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useppe Mumolo" userId="7cff7ccb89e0a9ad" providerId="LiveId" clId="{BC8CAB87-C2DD-4D04-A6BA-C9C2DD2C95EC}"/>
    <pc:docChg chg="custSel addSld modSld">
      <pc:chgData name="Giuseppe Mumolo" userId="7cff7ccb89e0a9ad" providerId="LiveId" clId="{BC8CAB87-C2DD-4D04-A6BA-C9C2DD2C95EC}" dt="2026-09-02T14:28:36.385" v="239" actId="20577"/>
      <pc:docMkLst>
        <pc:docMk/>
      </pc:docMkLst>
      <pc:sldChg chg="modSp new mod">
        <pc:chgData name="Giuseppe Mumolo" userId="7cff7ccb89e0a9ad" providerId="LiveId" clId="{BC8CAB87-C2DD-4D04-A6BA-C9C2DD2C95EC}" dt="2026-09-02T14:24:46.033" v="41" actId="6549"/>
        <pc:sldMkLst>
          <pc:docMk/>
          <pc:sldMk cId="2094878780" sldId="256"/>
        </pc:sldMkLst>
        <pc:spChg chg="mod">
          <ac:chgData name="Giuseppe Mumolo" userId="7cff7ccb89e0a9ad" providerId="LiveId" clId="{BC8CAB87-C2DD-4D04-A6BA-C9C2DD2C95EC}" dt="2026-09-02T14:24:30.507" v="18" actId="20577"/>
          <ac:spMkLst>
            <pc:docMk/>
            <pc:sldMk cId="2094878780" sldId="256"/>
            <ac:spMk id="2" creationId="{A99F78C3-3C8F-2396-1E8A-45DE3A68B67A}"/>
          </ac:spMkLst>
        </pc:spChg>
        <pc:spChg chg="mod">
          <ac:chgData name="Giuseppe Mumolo" userId="7cff7ccb89e0a9ad" providerId="LiveId" clId="{BC8CAB87-C2DD-4D04-A6BA-C9C2DD2C95EC}" dt="2026-09-02T14:24:46.033" v="41" actId="6549"/>
          <ac:spMkLst>
            <pc:docMk/>
            <pc:sldMk cId="2094878780" sldId="256"/>
            <ac:spMk id="3" creationId="{F0708216-E655-11FB-31F4-ED3D4CB255D6}"/>
          </ac:spMkLst>
        </pc:spChg>
      </pc:sldChg>
      <pc:sldChg chg="modSp new mod">
        <pc:chgData name="Giuseppe Mumolo" userId="7cff7ccb89e0a9ad" providerId="LiveId" clId="{BC8CAB87-C2DD-4D04-A6BA-C9C2DD2C95EC}" dt="2026-09-02T14:28:36.385" v="239" actId="20577"/>
        <pc:sldMkLst>
          <pc:docMk/>
          <pc:sldMk cId="2141987236" sldId="257"/>
        </pc:sldMkLst>
        <pc:spChg chg="mod">
          <ac:chgData name="Giuseppe Mumolo" userId="7cff7ccb89e0a9ad" providerId="LiveId" clId="{BC8CAB87-C2DD-4D04-A6BA-C9C2DD2C95EC}" dt="2026-09-02T14:25:01.866" v="59" actId="20577"/>
          <ac:spMkLst>
            <pc:docMk/>
            <pc:sldMk cId="2141987236" sldId="257"/>
            <ac:spMk id="2" creationId="{C919CE57-2358-B1B5-C000-F389D9291855}"/>
          </ac:spMkLst>
        </pc:spChg>
        <pc:spChg chg="mod">
          <ac:chgData name="Giuseppe Mumolo" userId="7cff7ccb89e0a9ad" providerId="LiveId" clId="{BC8CAB87-C2DD-4D04-A6BA-C9C2DD2C95EC}" dt="2026-09-02T14:28:36.385" v="239" actId="20577"/>
          <ac:spMkLst>
            <pc:docMk/>
            <pc:sldMk cId="2141987236" sldId="257"/>
            <ac:spMk id="3" creationId="{1C9B9430-716F-946F-21EE-85245347F314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11D448-3C60-1B4D-1D4F-3D2E52A52D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7E0B6-2EC2-A6E3-4EE5-9FF04F6692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AB5CE2-56C6-2A51-BB65-4DB92B447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08AF3-E2A5-43F8-9DCE-9905BBA0932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57E85-2EA8-3EA7-99E8-849A983CE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D0934-35D3-75F4-9722-092686B6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CC5F5-F3BB-453B-ADFD-D95294556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780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9392D-BA57-840C-C2A7-A2D055E7D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23F62-BDE0-7AC3-802C-393A372C62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0B4A82-4FD5-AAE2-B36D-7246A47BE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08AF3-E2A5-43F8-9DCE-9905BBA0932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1948C-982F-9C97-5D89-0760250102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456A60-1730-41EF-227F-7CDF048EC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CC5F5-F3BB-453B-ADFD-D95294556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020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75EC8-FBD2-D6CA-5E0D-364508A9B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EA72D4-4C1D-3DE4-0CF3-0DC14BC4A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8A003-5366-60C3-D0EC-030C956EA6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08AF3-E2A5-43F8-9DCE-9905BBA0932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CD833D-C6D1-DE96-F594-6B1A270004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CCEB20-BC39-4B6C-132F-D74119251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CC5F5-F3BB-453B-ADFD-D95294556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773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3F59F-559C-2BAE-4B85-2F48A88E9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4EAA9-19E3-C862-BBBC-1F85FD7ECA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AFEFA3-D7EB-63C4-74A6-3ACF46122E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0C2090-9E99-CCB1-CD07-E9B1F7796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08AF3-E2A5-43F8-9DCE-9905BBA0932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E20F5F-0E59-28A4-144D-290800E04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DCE0DE-09C4-51C5-F094-560F92603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CC5F5-F3BB-453B-ADFD-D95294556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459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D338F-1C16-20C3-4043-BF471A01A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A3945-F1F4-0DD5-E1AB-096E93AFCA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BD5971-CA79-9243-8181-D364F414B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50FD0C-A588-E513-1C83-D4A022E7CA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FAC9BE-5F70-E0F3-A452-7AF991A1FD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CB070F-3DBC-D148-3184-CB42D3FF89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08AF3-E2A5-43F8-9DCE-9905BBA0932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23ADB2-A502-79A2-4D88-F9BF3A7210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8D724A-A173-154D-9C79-9E541FC73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CC5F5-F3BB-453B-ADFD-D95294556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125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AD2C4-3D52-D647-8EE7-B5B4EF292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1106FE-0B15-A090-1F96-76EE71243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08AF3-E2A5-43F8-9DCE-9905BBA0932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A94B48-DE4D-C891-759A-51C6B80ED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239AB0-1E60-E180-0B53-AF775D946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CC5F5-F3BB-453B-ADFD-D95294556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8083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FF1C4AC-4AAF-8BF9-EED1-562CF1E47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08AF3-E2A5-43F8-9DCE-9905BBA0932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77E121-DFFD-3C8E-0643-FDFA44BA0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2E6860-BD88-39A2-72D7-8B299C2BD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CC5F5-F3BB-453B-ADFD-D95294556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978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FBD94-E303-B7EC-AEEE-7B551C0B67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3FDDE8-F8E3-5625-18D5-D52B8B27F9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8EE836-6BF5-A788-767F-B435433EBC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5E315-33EB-ACC3-366C-887D4C5786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08AF3-E2A5-43F8-9DCE-9905BBA0932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A215E1-5ED1-E9A0-271E-55273FC35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78872E-C597-8582-D669-1CA7169E1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CC5F5-F3BB-453B-ADFD-D95294556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20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5CA800-A913-E398-4CDD-F41FAFE21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A2A5ECC-4B79-0A5B-A163-B88BAA4B43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4BD25B-800E-F949-8CBF-DB97EBCA8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AA5F15-3B88-B613-736F-E7D9776DD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08AF3-E2A5-43F8-9DCE-9905BBA0932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750BAF-E8EA-1D02-4AD6-AFD7DA23E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23BC86-418E-672C-7897-DD06366CD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CC5F5-F3BB-453B-ADFD-D95294556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6610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9044E-9547-AC9B-BA5C-5AC573A9F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7AFB7D-03BF-0163-B9D2-E6CA34C24C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BF784-BBFE-6FCB-39FB-047B63DA7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08AF3-E2A5-43F8-9DCE-9905BBA0932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CE1E4-54B6-027D-03AB-CB7E54AE3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0F9F2-B530-AEE5-CB48-8D0CF26BE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CC5F5-F3BB-453B-ADFD-D95294556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106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115E19-D2BF-6E26-A579-36653F8B51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73259-579F-5DE1-579D-C84D7CE2AA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299CC0-92D3-4A8D-D2AA-2469331E2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08AF3-E2A5-43F8-9DCE-9905BBA0932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58591-EC03-1BD5-D647-EEF62A59E3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DE2E7-2367-7C93-336D-D45042E46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CCC5F5-F3BB-453B-ADFD-D95294556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657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6C919A-3E85-045A-D004-BD04EF423B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7FDAE-4F62-4019-7B94-B3CAB59EB7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B543B-9C28-5593-4771-CE208FB853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608AF3-E2A5-43F8-9DCE-9905BBA0932B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2E8C5-D144-0106-377E-CB726121E8C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0B0D82-F105-31D8-6E68-8D184BD312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CCC5F5-F3BB-453B-ADFD-D952945568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1918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F78C3-3C8F-2396-1E8A-45DE3A68B6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How to do AI </a:t>
            </a:r>
            <a:r>
              <a:rPr lang="it-IT" dirty="0" err="1"/>
              <a:t>wrong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708216-E655-11FB-31F4-ED3D4CB255D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Collection of </a:t>
            </a:r>
            <a:r>
              <a:rPr lang="it-IT" dirty="0" err="1"/>
              <a:t>errors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878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9CE57-2358-B1B5-C000-F389D9291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Chapter</a:t>
            </a:r>
            <a:r>
              <a:rPr lang="it-IT" dirty="0"/>
              <a:t> 1 - Intro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B9430-716F-946F-21EE-85245347F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In a world of </a:t>
            </a:r>
            <a:r>
              <a:rPr lang="it-IT" dirty="0" err="1"/>
              <a:t>perfection</a:t>
            </a:r>
            <a:r>
              <a:rPr lang="it-IT"/>
              <a:t>, </a:t>
            </a:r>
            <a:r>
              <a:rPr lang="it-IT" dirty="0" err="1"/>
              <a:t>mistakes</a:t>
            </a:r>
            <a:r>
              <a:rPr lang="it-IT" dirty="0"/>
              <a:t> are </a:t>
            </a:r>
            <a:r>
              <a:rPr lang="it-IT" dirty="0" err="1"/>
              <a:t>punished</a:t>
            </a:r>
            <a:endParaRPr lang="it-IT" dirty="0"/>
          </a:p>
          <a:p>
            <a:r>
              <a:rPr lang="en-US" dirty="0"/>
              <a:t>Is learning still allowed to be made of mistakes?</a:t>
            </a:r>
          </a:p>
        </p:txBody>
      </p:sp>
    </p:spTree>
    <p:extLst>
      <p:ext uri="{BB962C8B-B14F-4D97-AF65-F5344CB8AC3E}">
        <p14:creationId xmlns:p14="http://schemas.microsoft.com/office/powerpoint/2010/main" val="2141987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31</Words>
  <Application>Microsoft Office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How to do AI wrong</vt:lpstr>
      <vt:lpstr>Chapter 1 - Intro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Giuseppe Mumolo</dc:creator>
  <cp:lastModifiedBy>Giuseppe Mumolo</cp:lastModifiedBy>
  <cp:revision>1</cp:revision>
  <dcterms:created xsi:type="dcterms:W3CDTF">2026-09-02T14:24:20Z</dcterms:created>
  <dcterms:modified xsi:type="dcterms:W3CDTF">2026-09-02T14:28:47Z</dcterms:modified>
</cp:coreProperties>
</file>